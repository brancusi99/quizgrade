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7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1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46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8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6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0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0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1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8462B-E788-4AD1-A277-8937DE5736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D6B12-984F-4B26-BD79-23267589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8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QuizApp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Site pentru </a:t>
            </a:r>
            <a:r>
              <a:rPr lang="en-US" dirty="0" err="1" smtClean="0"/>
              <a:t>amenajarea</a:t>
            </a:r>
            <a:r>
              <a:rPr lang="en-US" dirty="0"/>
              <a:t> </a:t>
            </a:r>
            <a:r>
              <a:rPr lang="en-US" dirty="0" err="1" smtClean="0"/>
              <a:t>examenelor</a:t>
            </a:r>
            <a:r>
              <a:rPr lang="en-US" dirty="0" smtClean="0"/>
              <a:t>/</a:t>
            </a:r>
            <a:r>
              <a:rPr lang="en-US" dirty="0" err="1" smtClean="0"/>
              <a:t>testelor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 err="1" smtClean="0"/>
              <a:t>mediu</a:t>
            </a:r>
            <a:r>
              <a:rPr lang="en-US" dirty="0" smtClean="0"/>
              <a:t> online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5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Introducere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Quizapp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site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ofera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</a:t>
            </a:r>
            <a:r>
              <a:rPr lang="en-US" dirty="0" err="1" smtClean="0"/>
              <a:t>profesor</a:t>
            </a:r>
            <a:r>
              <a:rPr lang="en-US" dirty="0" smtClean="0"/>
              <a:t> </a:t>
            </a:r>
            <a:r>
              <a:rPr lang="en-US" dirty="0" err="1" smtClean="0"/>
              <a:t>posibilitatea</a:t>
            </a:r>
            <a:r>
              <a:rPr lang="en-US" dirty="0" smtClean="0"/>
              <a:t> de a </a:t>
            </a:r>
            <a:r>
              <a:rPr lang="en-US" dirty="0" err="1" smtClean="0"/>
              <a:t>crea</a:t>
            </a:r>
            <a:r>
              <a:rPr lang="en-US" dirty="0"/>
              <a:t> </a:t>
            </a:r>
            <a:r>
              <a:rPr lang="en-US" dirty="0" smtClean="0"/>
              <a:t>teste/</a:t>
            </a:r>
            <a:r>
              <a:rPr lang="en-US" dirty="0" err="1" smtClean="0"/>
              <a:t>examene</a:t>
            </a:r>
            <a:r>
              <a:rPr lang="en-US" dirty="0" smtClean="0"/>
              <a:t> de tip “fill-in the blank” </a:t>
            </a:r>
            <a:r>
              <a:rPr lang="en-US" dirty="0" err="1" smtClean="0"/>
              <a:t>sau</a:t>
            </a:r>
            <a:r>
              <a:rPr lang="en-US" dirty="0" smtClean="0"/>
              <a:t> “multiple choice” </a:t>
            </a:r>
            <a:r>
              <a:rPr lang="en-US" dirty="0" err="1" smtClean="0"/>
              <a:t>pe</a:t>
            </a:r>
            <a:r>
              <a:rPr lang="en-US" dirty="0" smtClean="0"/>
              <a:t> care un student le poate </a:t>
            </a:r>
            <a:r>
              <a:rPr lang="en-US" dirty="0" err="1" smtClean="0"/>
              <a:t>apoi</a:t>
            </a:r>
            <a:r>
              <a:rPr lang="en-US" dirty="0"/>
              <a:t> </a:t>
            </a:r>
            <a:r>
              <a:rPr lang="en-US" dirty="0" err="1" smtClean="0"/>
              <a:t>completa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Limbaje</a:t>
            </a:r>
            <a:r>
              <a:rPr lang="en-US" dirty="0" smtClean="0"/>
              <a:t> </a:t>
            </a:r>
            <a:r>
              <a:rPr lang="en-US" dirty="0" err="1" smtClean="0"/>
              <a:t>folosite</a:t>
            </a:r>
            <a:r>
              <a:rPr lang="en-US" dirty="0" smtClean="0"/>
              <a:t>: </a:t>
            </a:r>
            <a:r>
              <a:rPr lang="en-US" dirty="0" err="1" smtClean="0"/>
              <a:t>NodeJS</a:t>
            </a:r>
            <a:r>
              <a:rPr lang="en-US" dirty="0" smtClean="0"/>
              <a:t>/Express, HTML, CSS.</a:t>
            </a:r>
            <a:endParaRPr lang="en-US" dirty="0" smtClean="0"/>
          </a:p>
          <a:p>
            <a:r>
              <a:rPr lang="en-US" dirty="0" err="1" smtClean="0"/>
              <a:t>Conturile</a:t>
            </a:r>
            <a:r>
              <a:rPr lang="en-US" dirty="0" smtClean="0"/>
              <a:t> sunt </a:t>
            </a:r>
            <a:r>
              <a:rPr lang="en-US" dirty="0" err="1" smtClean="0"/>
              <a:t>salvate</a:t>
            </a:r>
            <a:r>
              <a:rPr lang="en-US" dirty="0" smtClean="0"/>
              <a:t> in </a:t>
            </a:r>
            <a:r>
              <a:rPr lang="en-US" dirty="0" err="1" smtClean="0"/>
              <a:t>baza</a:t>
            </a:r>
            <a:r>
              <a:rPr lang="en-US" dirty="0" smtClean="0"/>
              <a:t> de date (SQLite), </a:t>
            </a:r>
            <a:r>
              <a:rPr lang="en-US" dirty="0" err="1" smtClean="0"/>
              <a:t>si</a:t>
            </a:r>
            <a:r>
              <a:rPr lang="en-US" dirty="0" smtClean="0"/>
              <a:t> sunt de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Cont</a:t>
            </a:r>
            <a:r>
              <a:rPr lang="en-US" dirty="0" smtClean="0"/>
              <a:t> student (Poti </a:t>
            </a:r>
            <a:r>
              <a:rPr lang="en-US" dirty="0" err="1" smtClean="0"/>
              <a:t>vedea</a:t>
            </a:r>
            <a:r>
              <a:rPr lang="en-US" dirty="0" smtClean="0"/>
              <a:t> </a:t>
            </a:r>
            <a:r>
              <a:rPr lang="en-US" dirty="0" err="1" smtClean="0"/>
              <a:t>testele</a:t>
            </a:r>
            <a:r>
              <a:rPr lang="en-US" dirty="0" smtClean="0"/>
              <a:t> create de </a:t>
            </a:r>
            <a:r>
              <a:rPr lang="en-US" dirty="0" err="1" smtClean="0"/>
              <a:t>profesor</a:t>
            </a:r>
            <a:r>
              <a:rPr lang="en-US" dirty="0" smtClean="0"/>
              <a:t>, poti da </a:t>
            </a:r>
            <a:r>
              <a:rPr lang="en-US" dirty="0" err="1" smtClean="0"/>
              <a:t>testele</a:t>
            </a:r>
            <a:r>
              <a:rPr lang="en-US" dirty="0" smtClean="0"/>
              <a:t> </a:t>
            </a:r>
            <a:r>
              <a:rPr lang="en-US" dirty="0" err="1" smtClean="0"/>
              <a:t>valabile</a:t>
            </a:r>
            <a:r>
              <a:rPr lang="en-US" dirty="0" smtClean="0"/>
              <a:t>, poti </a:t>
            </a:r>
            <a:r>
              <a:rPr lang="en-US" dirty="0" err="1" smtClean="0"/>
              <a:t>sa-ti</a:t>
            </a:r>
            <a:r>
              <a:rPr lang="en-US" dirty="0" smtClean="0"/>
              <a:t> vezi nota </a:t>
            </a:r>
            <a:r>
              <a:rPr lang="en-US" dirty="0" err="1" smtClean="0"/>
              <a:t>primita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Cont</a:t>
            </a:r>
            <a:r>
              <a:rPr lang="en-US" dirty="0" smtClean="0"/>
              <a:t> </a:t>
            </a:r>
            <a:r>
              <a:rPr lang="en-US" dirty="0" err="1" smtClean="0"/>
              <a:t>profesor</a:t>
            </a:r>
            <a:r>
              <a:rPr lang="en-US" dirty="0" smtClean="0"/>
              <a:t> (Poti </a:t>
            </a:r>
            <a:r>
              <a:rPr lang="en-US" dirty="0" err="1" smtClean="0"/>
              <a:t>crea</a:t>
            </a:r>
            <a:r>
              <a:rPr lang="en-US" dirty="0" smtClean="0"/>
              <a:t> teste, poti </a:t>
            </a:r>
            <a:r>
              <a:rPr lang="en-US" dirty="0" err="1" smtClean="0"/>
              <a:t>modifica</a:t>
            </a:r>
            <a:r>
              <a:rPr lang="en-US" dirty="0" smtClean="0"/>
              <a:t> teste </a:t>
            </a:r>
            <a:r>
              <a:rPr lang="en-US" dirty="0" err="1" smtClean="0"/>
              <a:t>deja</a:t>
            </a:r>
            <a:r>
              <a:rPr lang="en-US" dirty="0" smtClean="0"/>
              <a:t> </a:t>
            </a:r>
            <a:r>
              <a:rPr lang="en-US" dirty="0" err="1" smtClean="0"/>
              <a:t>existente</a:t>
            </a:r>
            <a:r>
              <a:rPr lang="en-US" dirty="0" smtClean="0"/>
              <a:t>, poti corecta teste manual)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Functionalitati</a:t>
            </a:r>
            <a:r>
              <a:rPr lang="en-US" dirty="0" smtClean="0"/>
              <a:t>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71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Un </a:t>
            </a:r>
            <a:r>
              <a:rPr lang="en-US" dirty="0" err="1" smtClean="0"/>
              <a:t>profesor</a:t>
            </a:r>
            <a:r>
              <a:rPr lang="en-US" dirty="0" smtClean="0"/>
              <a:t> poate </a:t>
            </a:r>
            <a:r>
              <a:rPr lang="en-US" dirty="0" err="1" smtClean="0"/>
              <a:t>crea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 de teste: “fill in the blank”(</a:t>
            </a:r>
            <a:r>
              <a:rPr lang="en-US" dirty="0" err="1" smtClean="0"/>
              <a:t>raspuns</a:t>
            </a:r>
            <a:r>
              <a:rPr lang="en-US" dirty="0" smtClean="0"/>
              <a:t> liber) </a:t>
            </a:r>
            <a:r>
              <a:rPr lang="en-US" dirty="0" err="1" smtClean="0"/>
              <a:t>si</a:t>
            </a:r>
            <a:r>
              <a:rPr lang="en-US" dirty="0" smtClean="0"/>
              <a:t> “multiple choice”(</a:t>
            </a:r>
            <a:r>
              <a:rPr lang="en-US" dirty="0" err="1" smtClean="0"/>
              <a:t>grila</a:t>
            </a:r>
            <a:r>
              <a:rPr lang="en-US" dirty="0" smtClean="0"/>
              <a:t>).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cazul</a:t>
            </a:r>
            <a:r>
              <a:rPr lang="en-US" dirty="0" smtClean="0"/>
              <a:t> </a:t>
            </a:r>
            <a:r>
              <a:rPr lang="en-US" dirty="0" err="1" smtClean="0"/>
              <a:t>testului</a:t>
            </a:r>
            <a:r>
              <a:rPr lang="en-US" dirty="0" smtClean="0"/>
              <a:t> “fill in the blank”, </a:t>
            </a:r>
            <a:r>
              <a:rPr lang="en-US" dirty="0" err="1" smtClean="0"/>
              <a:t>profesorul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crea</a:t>
            </a:r>
            <a:r>
              <a:rPr lang="en-US" dirty="0" smtClean="0"/>
              <a:t> </a:t>
            </a:r>
            <a:r>
              <a:rPr lang="en-US" dirty="0" err="1" smtClean="0"/>
              <a:t>enuntul</a:t>
            </a:r>
            <a:r>
              <a:rPr lang="en-US" dirty="0" smtClean="0"/>
              <a:t> </a:t>
            </a:r>
            <a:r>
              <a:rPr lang="en-US" dirty="0" err="1" smtClean="0"/>
              <a:t>problemei</a:t>
            </a:r>
            <a:r>
              <a:rPr lang="en-US" dirty="0" smtClean="0"/>
              <a:t>,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elevului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dea</a:t>
            </a:r>
            <a:r>
              <a:rPr lang="en-US" dirty="0" smtClean="0"/>
              <a:t> </a:t>
            </a:r>
            <a:r>
              <a:rPr lang="en-US" dirty="0" err="1" smtClean="0"/>
              <a:t>raspuns</a:t>
            </a:r>
            <a:r>
              <a:rPr lang="en-US" dirty="0" smtClean="0"/>
              <a:t> liber. </a:t>
            </a:r>
            <a:r>
              <a:rPr lang="en-US" dirty="0" err="1" smtClean="0"/>
              <a:t>Apoi</a:t>
            </a:r>
            <a:r>
              <a:rPr lang="en-US" dirty="0" smtClean="0"/>
              <a:t>, poate </a:t>
            </a:r>
            <a:r>
              <a:rPr lang="en-US" dirty="0" err="1" smtClean="0"/>
              <a:t>selecta</a:t>
            </a:r>
            <a:r>
              <a:rPr lang="en-US" dirty="0" smtClean="0"/>
              <a:t> </a:t>
            </a:r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testul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fie </a:t>
            </a:r>
            <a:r>
              <a:rPr lang="en-US" dirty="0" err="1" smtClean="0"/>
              <a:t>corectat</a:t>
            </a:r>
            <a:r>
              <a:rPr lang="en-US" dirty="0" smtClean="0"/>
              <a:t> manual (in </a:t>
            </a:r>
            <a:r>
              <a:rPr lang="en-US" dirty="0" err="1" smtClean="0"/>
              <a:t>acest</a:t>
            </a:r>
            <a:r>
              <a:rPr lang="en-US" dirty="0" smtClean="0"/>
              <a:t> </a:t>
            </a:r>
            <a:r>
              <a:rPr lang="en-US" dirty="0" err="1" smtClean="0"/>
              <a:t>caz</a:t>
            </a:r>
            <a:r>
              <a:rPr lang="en-US" dirty="0" smtClean="0"/>
              <a:t>, </a:t>
            </a:r>
            <a:r>
              <a:rPr lang="en-US" dirty="0" err="1" smtClean="0"/>
              <a:t>profesorul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corecta </a:t>
            </a:r>
            <a:r>
              <a:rPr lang="en-US" dirty="0" err="1" smtClean="0"/>
              <a:t>testul</a:t>
            </a:r>
            <a:r>
              <a:rPr lang="en-US" dirty="0" smtClean="0"/>
              <a:t>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studentului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primi</a:t>
            </a:r>
            <a:r>
              <a:rPr lang="en-US" dirty="0" smtClean="0"/>
              <a:t> </a:t>
            </a:r>
            <a:r>
              <a:rPr lang="en-US" dirty="0" err="1" smtClean="0"/>
              <a:t>raspunsul</a:t>
            </a:r>
            <a:r>
              <a:rPr lang="en-US" dirty="0" smtClean="0"/>
              <a:t> la </a:t>
            </a:r>
            <a:r>
              <a:rPr lang="en-US" dirty="0" err="1" smtClean="0"/>
              <a:t>comanda</a:t>
            </a:r>
            <a:r>
              <a:rPr lang="en-US" dirty="0" smtClean="0"/>
              <a:t> </a:t>
            </a:r>
            <a:r>
              <a:rPr lang="en-US" dirty="0" err="1" smtClean="0"/>
              <a:t>profesorului</a:t>
            </a:r>
            <a:r>
              <a:rPr lang="en-US" dirty="0" smtClean="0"/>
              <a:t>), </a:t>
            </a:r>
            <a:r>
              <a:rPr lang="en-US" dirty="0" err="1" smtClean="0"/>
              <a:t>sau</a:t>
            </a:r>
            <a:r>
              <a:rPr lang="en-US" dirty="0" smtClean="0"/>
              <a:t> cu </a:t>
            </a:r>
            <a:r>
              <a:rPr lang="en-US" dirty="0" err="1" smtClean="0"/>
              <a:t>asistenta</a:t>
            </a:r>
            <a:r>
              <a:rPr lang="en-US" dirty="0" smtClean="0"/>
              <a:t> AI-</a:t>
            </a:r>
            <a:r>
              <a:rPr lang="en-US" dirty="0" err="1" smtClean="0"/>
              <a:t>ului</a:t>
            </a:r>
            <a:r>
              <a:rPr lang="en-US" dirty="0"/>
              <a:t> </a:t>
            </a:r>
            <a:r>
              <a:rPr lang="en-US" dirty="0" smtClean="0"/>
              <a:t>(in </a:t>
            </a:r>
            <a:r>
              <a:rPr lang="en-US" dirty="0" err="1" smtClean="0"/>
              <a:t>acest</a:t>
            </a:r>
            <a:r>
              <a:rPr lang="en-US" dirty="0" smtClean="0"/>
              <a:t> </a:t>
            </a:r>
            <a:r>
              <a:rPr lang="en-US" dirty="0" err="1" smtClean="0"/>
              <a:t>caz</a:t>
            </a:r>
            <a:r>
              <a:rPr lang="en-US" dirty="0" smtClean="0"/>
              <a:t> </a:t>
            </a:r>
            <a:r>
              <a:rPr lang="en-US" dirty="0" err="1" smtClean="0"/>
              <a:t>rezultatul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trimis</a:t>
            </a:r>
            <a:r>
              <a:rPr lang="en-US" dirty="0" smtClean="0"/>
              <a:t> instant </a:t>
            </a:r>
            <a:r>
              <a:rPr lang="en-US" dirty="0" err="1" smtClean="0"/>
              <a:t>studentului</a:t>
            </a:r>
            <a:r>
              <a:rPr lang="en-US" dirty="0" smtClean="0"/>
              <a:t>).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cazul</a:t>
            </a:r>
            <a:r>
              <a:rPr lang="en-US" dirty="0" smtClean="0"/>
              <a:t> </a:t>
            </a:r>
            <a:r>
              <a:rPr lang="en-US" dirty="0" err="1" smtClean="0"/>
              <a:t>testului</a:t>
            </a:r>
            <a:r>
              <a:rPr lang="en-US" dirty="0"/>
              <a:t> </a:t>
            </a:r>
            <a:r>
              <a:rPr lang="en-US" dirty="0" smtClean="0"/>
              <a:t>“multiple choice”, </a:t>
            </a:r>
            <a:r>
              <a:rPr lang="en-US" dirty="0" err="1" smtClean="0"/>
              <a:t>profesorul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crea</a:t>
            </a:r>
            <a:r>
              <a:rPr lang="en-US" dirty="0" smtClean="0"/>
              <a:t> </a:t>
            </a:r>
            <a:r>
              <a:rPr lang="en-US" dirty="0" err="1" smtClean="0"/>
              <a:t>enuntul</a:t>
            </a:r>
            <a:r>
              <a:rPr lang="en-US" dirty="0" smtClean="0"/>
              <a:t> </a:t>
            </a:r>
            <a:r>
              <a:rPr lang="en-US" dirty="0" err="1" smtClean="0"/>
              <a:t>problemei</a:t>
            </a:r>
            <a:r>
              <a:rPr lang="en-US" dirty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raspunsurile</a:t>
            </a:r>
            <a:r>
              <a:rPr lang="en-US" dirty="0" smtClean="0"/>
              <a:t> </a:t>
            </a:r>
            <a:r>
              <a:rPr lang="en-US" dirty="0" err="1" smtClean="0"/>
              <a:t>posibile</a:t>
            </a:r>
            <a:r>
              <a:rPr lang="en-US" dirty="0" smtClean="0"/>
              <a:t>, </a:t>
            </a:r>
            <a:r>
              <a:rPr lang="en-US" dirty="0" err="1" smtClean="0"/>
              <a:t>apoi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marca</a:t>
            </a:r>
            <a:r>
              <a:rPr lang="en-US" dirty="0" smtClean="0"/>
              <a:t> </a:t>
            </a:r>
            <a:r>
              <a:rPr lang="en-US" dirty="0" err="1" smtClean="0"/>
              <a:t>raspunsurile</a:t>
            </a:r>
            <a:r>
              <a:rPr lang="en-US" dirty="0" smtClean="0"/>
              <a:t> </a:t>
            </a:r>
            <a:r>
              <a:rPr lang="en-US" dirty="0" err="1" smtClean="0"/>
              <a:t>corecte</a:t>
            </a:r>
            <a:r>
              <a:rPr lang="en-US" dirty="0"/>
              <a:t> </a:t>
            </a:r>
            <a:r>
              <a:rPr lang="en-US" dirty="0" smtClean="0"/>
              <a:t>(in </a:t>
            </a:r>
            <a:r>
              <a:rPr lang="en-US" dirty="0" err="1" smtClean="0"/>
              <a:t>acest</a:t>
            </a:r>
            <a:r>
              <a:rPr lang="en-US" dirty="0" smtClean="0"/>
              <a:t> </a:t>
            </a:r>
            <a:r>
              <a:rPr lang="en-US" dirty="0" err="1" smtClean="0"/>
              <a:t>caz</a:t>
            </a:r>
            <a:r>
              <a:rPr lang="en-US" dirty="0" smtClean="0"/>
              <a:t> </a:t>
            </a:r>
            <a:r>
              <a:rPr lang="en-US" dirty="0" err="1" smtClean="0"/>
              <a:t>rezultatul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trimis</a:t>
            </a:r>
            <a:r>
              <a:rPr lang="en-US" dirty="0" smtClean="0"/>
              <a:t> instant </a:t>
            </a:r>
            <a:r>
              <a:rPr lang="en-US" dirty="0" err="1" smtClean="0"/>
              <a:t>studentului</a:t>
            </a:r>
            <a:r>
              <a:rPr lang="en-US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2529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Functionalitati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 student poate </a:t>
            </a:r>
            <a:r>
              <a:rPr lang="en-US" dirty="0" err="1" smtClean="0"/>
              <a:t>vizualiza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dashboard </a:t>
            </a:r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 smtClean="0"/>
              <a:t>testele</a:t>
            </a:r>
            <a:r>
              <a:rPr lang="en-US" dirty="0" smtClean="0"/>
              <a:t> </a:t>
            </a:r>
            <a:r>
              <a:rPr lang="en-US" dirty="0" err="1" smtClean="0"/>
              <a:t>valabile</a:t>
            </a:r>
            <a:r>
              <a:rPr lang="en-US" dirty="0" smtClean="0"/>
              <a:t>, </a:t>
            </a:r>
            <a:r>
              <a:rPr lang="en-US" dirty="0" err="1" smtClean="0"/>
              <a:t>pe</a:t>
            </a:r>
            <a:r>
              <a:rPr lang="en-US" dirty="0" smtClean="0"/>
              <a:t> care le poate </a:t>
            </a:r>
            <a:r>
              <a:rPr lang="en-US" dirty="0" err="1" smtClean="0"/>
              <a:t>apoi</a:t>
            </a:r>
            <a:r>
              <a:rPr lang="en-US" dirty="0" smtClean="0"/>
              <a:t> da. Conform slide-</a:t>
            </a:r>
            <a:r>
              <a:rPr lang="en-US" dirty="0" err="1" smtClean="0"/>
              <a:t>ului</a:t>
            </a:r>
            <a:r>
              <a:rPr lang="en-US" dirty="0" smtClean="0"/>
              <a:t> anterior, el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primi</a:t>
            </a:r>
            <a:r>
              <a:rPr lang="en-US" dirty="0" smtClean="0"/>
              <a:t> instant </a:t>
            </a:r>
            <a:r>
              <a:rPr lang="en-US" dirty="0" err="1" smtClean="0"/>
              <a:t>rezultatele</a:t>
            </a:r>
            <a:r>
              <a:rPr lang="en-US" dirty="0" smtClean="0"/>
              <a:t> in </a:t>
            </a:r>
            <a:r>
              <a:rPr lang="en-US" dirty="0" err="1" smtClean="0"/>
              <a:t>cazul</a:t>
            </a:r>
            <a:r>
              <a:rPr lang="en-US" dirty="0" smtClean="0"/>
              <a:t> in care da un test multiple choice </a:t>
            </a:r>
            <a:r>
              <a:rPr lang="en-US" dirty="0" err="1" smtClean="0"/>
              <a:t>sau</a:t>
            </a:r>
            <a:r>
              <a:rPr lang="en-US" dirty="0" smtClean="0"/>
              <a:t> fill in the blank (</a:t>
            </a:r>
            <a:r>
              <a:rPr lang="en-US" dirty="0" err="1" smtClean="0"/>
              <a:t>utilizand</a:t>
            </a:r>
            <a:r>
              <a:rPr lang="en-US" dirty="0" smtClean="0"/>
              <a:t> AI).</a:t>
            </a:r>
          </a:p>
          <a:p>
            <a:r>
              <a:rPr lang="en-US" dirty="0" err="1" smtClean="0"/>
              <a:t>Studentul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poate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vada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un </a:t>
            </a:r>
            <a:r>
              <a:rPr lang="en-US" dirty="0" err="1" smtClean="0"/>
              <a:t>istoric</a:t>
            </a:r>
            <a:r>
              <a:rPr lang="en-US" dirty="0" smtClean="0"/>
              <a:t> al </a:t>
            </a:r>
            <a:r>
              <a:rPr lang="en-US" dirty="0" err="1" smtClean="0"/>
              <a:t>testelor</a:t>
            </a:r>
            <a:r>
              <a:rPr lang="en-US" dirty="0" smtClean="0"/>
              <a:t> date, 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 err="1" smtClean="0"/>
              <a:t>testelor</a:t>
            </a:r>
            <a:r>
              <a:rPr lang="en-US" dirty="0" smtClean="0"/>
              <a:t>, data in care au fost date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punctajul</a:t>
            </a:r>
            <a:r>
              <a:rPr lang="en-US" dirty="0" smtClean="0"/>
              <a:t> </a:t>
            </a:r>
            <a:r>
              <a:rPr lang="en-US" dirty="0" err="1" smtClean="0"/>
              <a:t>primit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plus, </a:t>
            </a:r>
            <a:r>
              <a:rPr lang="en-US" dirty="0" err="1" smtClean="0"/>
              <a:t>studentul</a:t>
            </a:r>
            <a:r>
              <a:rPr lang="en-US" dirty="0" smtClean="0"/>
              <a:t> poate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vada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o </a:t>
            </a:r>
            <a:r>
              <a:rPr lang="en-US" dirty="0" err="1" smtClean="0"/>
              <a:t>medie</a:t>
            </a:r>
            <a:r>
              <a:rPr lang="en-US" dirty="0" smtClean="0"/>
              <a:t> a </a:t>
            </a:r>
            <a:r>
              <a:rPr lang="en-US" dirty="0" err="1" smtClean="0"/>
              <a:t>testelor</a:t>
            </a:r>
            <a:r>
              <a:rPr lang="en-US" dirty="0" smtClean="0"/>
              <a:t> date (</a:t>
            </a:r>
            <a:r>
              <a:rPr lang="en-US" dirty="0" err="1" smtClean="0"/>
              <a:t>exemplu</a:t>
            </a:r>
            <a:r>
              <a:rPr lang="en-US" dirty="0" smtClean="0"/>
              <a:t>, </a:t>
            </a:r>
            <a:r>
              <a:rPr lang="en-US" dirty="0" err="1" smtClean="0"/>
              <a:t>daca</a:t>
            </a:r>
            <a:r>
              <a:rPr lang="en-US" dirty="0" smtClean="0"/>
              <a:t> a </a:t>
            </a:r>
            <a:r>
              <a:rPr lang="en-US" dirty="0" err="1" smtClean="0"/>
              <a:t>dat</a:t>
            </a:r>
            <a:r>
              <a:rPr lang="en-US" dirty="0" smtClean="0"/>
              <a:t> </a:t>
            </a:r>
            <a:r>
              <a:rPr lang="en-US" dirty="0" err="1" smtClean="0"/>
              <a:t>doua</a:t>
            </a:r>
            <a:r>
              <a:rPr lang="en-US" dirty="0" smtClean="0"/>
              <a:t> teste </a:t>
            </a:r>
            <a:r>
              <a:rPr lang="en-US" dirty="0" err="1" smtClean="0"/>
              <a:t>si</a:t>
            </a:r>
            <a:r>
              <a:rPr lang="en-US" dirty="0" smtClean="0"/>
              <a:t> a </a:t>
            </a:r>
            <a:r>
              <a:rPr lang="en-US" dirty="0" err="1" smtClean="0"/>
              <a:t>luat</a:t>
            </a:r>
            <a:r>
              <a:rPr lang="en-US" dirty="0" smtClean="0"/>
              <a:t> 10 </a:t>
            </a:r>
            <a:r>
              <a:rPr lang="en-US" dirty="0" err="1" smtClean="0"/>
              <a:t>si</a:t>
            </a:r>
            <a:r>
              <a:rPr lang="en-US" dirty="0" smtClean="0"/>
              <a:t> 8, media </a:t>
            </a:r>
            <a:r>
              <a:rPr lang="en-US" dirty="0" err="1" smtClean="0"/>
              <a:t>va</a:t>
            </a:r>
            <a:r>
              <a:rPr lang="en-US" dirty="0" smtClean="0"/>
              <a:t> fi 9).</a:t>
            </a:r>
          </a:p>
        </p:txBody>
      </p:sp>
    </p:spTree>
    <p:extLst>
      <p:ext uri="{BB962C8B-B14F-4D97-AF65-F5344CB8AC3E}">
        <p14:creationId xmlns:p14="http://schemas.microsoft.com/office/powerpoint/2010/main" val="41270943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Ghid</a:t>
            </a:r>
            <a:r>
              <a:rPr lang="en-US" dirty="0" smtClean="0"/>
              <a:t> de </a:t>
            </a:r>
            <a:r>
              <a:rPr lang="en-US" dirty="0" err="1" smtClean="0"/>
              <a:t>utilizare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pagina</a:t>
            </a:r>
            <a:r>
              <a:rPr lang="en-US" dirty="0" smtClean="0"/>
              <a:t> de </a:t>
            </a:r>
            <a:r>
              <a:rPr lang="en-US" dirty="0" err="1" smtClean="0"/>
              <a:t>logare</a:t>
            </a:r>
            <a:r>
              <a:rPr lang="en-US" dirty="0" smtClean="0"/>
              <a:t>,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ne </a:t>
            </a:r>
            <a:r>
              <a:rPr lang="en-US" dirty="0" err="1" smtClean="0"/>
              <a:t>logam</a:t>
            </a:r>
            <a:r>
              <a:rPr lang="en-US" dirty="0" smtClean="0"/>
              <a:t> cu un </a:t>
            </a:r>
            <a:r>
              <a:rPr lang="en-US" dirty="0" err="1" smtClean="0"/>
              <a:t>cont</a:t>
            </a:r>
            <a:r>
              <a:rPr lang="en-US" dirty="0" smtClean="0"/>
              <a:t> </a:t>
            </a:r>
            <a:r>
              <a:rPr lang="en-US" dirty="0" err="1" smtClean="0"/>
              <a:t>deja</a:t>
            </a:r>
            <a:r>
              <a:rPr lang="en-US" dirty="0" smtClean="0"/>
              <a:t> existent,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creem</a:t>
            </a:r>
            <a:r>
              <a:rPr lang="en-US" dirty="0" smtClean="0"/>
              <a:t> un </a:t>
            </a:r>
            <a:r>
              <a:rPr lang="en-US" dirty="0" err="1" smtClean="0"/>
              <a:t>cont</a:t>
            </a:r>
            <a:r>
              <a:rPr lang="en-US" dirty="0" smtClean="0"/>
              <a:t> </a:t>
            </a:r>
            <a:r>
              <a:rPr lang="en-US" dirty="0" err="1" smtClean="0"/>
              <a:t>nou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decidem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ne </a:t>
            </a:r>
            <a:r>
              <a:rPr lang="en-US" dirty="0" err="1" smtClean="0"/>
              <a:t>logam</a:t>
            </a:r>
            <a:r>
              <a:rPr lang="en-US" dirty="0" smtClean="0"/>
              <a:t>, vom fi </a:t>
            </a:r>
            <a:r>
              <a:rPr lang="en-US" dirty="0" err="1" smtClean="0"/>
              <a:t>trimisi</a:t>
            </a:r>
            <a:r>
              <a:rPr lang="en-US" dirty="0" smtClean="0"/>
              <a:t> </a:t>
            </a:r>
            <a:r>
              <a:rPr lang="en-US" dirty="0" err="1" smtClean="0"/>
              <a:t>intr</a:t>
            </a:r>
            <a:r>
              <a:rPr lang="en-US" dirty="0" smtClean="0"/>
              <a:t>-un dashboard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difera</a:t>
            </a:r>
            <a:r>
              <a:rPr lang="en-US" dirty="0"/>
              <a:t> </a:t>
            </a:r>
            <a:r>
              <a:rPr lang="en-US" dirty="0" smtClean="0"/>
              <a:t>pentru student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profesor</a:t>
            </a:r>
            <a:r>
              <a:rPr lang="en-US" dirty="0" smtClean="0"/>
              <a:t>. (</a:t>
            </a:r>
            <a:r>
              <a:rPr lang="en-US" dirty="0" err="1" smtClean="0"/>
              <a:t>va</a:t>
            </a:r>
            <a:r>
              <a:rPr lang="en-US" dirty="0" smtClean="0"/>
              <a:t> fi </a:t>
            </a:r>
            <a:r>
              <a:rPr lang="en-US" dirty="0" err="1" smtClean="0"/>
              <a:t>discutat</a:t>
            </a:r>
            <a:r>
              <a:rPr lang="en-US" dirty="0" smtClean="0"/>
              <a:t> in </a:t>
            </a:r>
            <a:r>
              <a:rPr lang="en-US" dirty="0" err="1" smtClean="0"/>
              <a:t>curand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decidem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creem</a:t>
            </a:r>
            <a:r>
              <a:rPr lang="en-US" dirty="0" smtClean="0"/>
              <a:t> </a:t>
            </a:r>
            <a:r>
              <a:rPr lang="en-US" dirty="0" err="1" smtClean="0"/>
              <a:t>cont</a:t>
            </a:r>
            <a:r>
              <a:rPr lang="en-US" dirty="0" smtClean="0"/>
              <a:t>: vom fi </a:t>
            </a:r>
            <a:r>
              <a:rPr lang="en-US" dirty="0" err="1" smtClean="0"/>
              <a:t>dusi</a:t>
            </a:r>
            <a:r>
              <a:rPr lang="en-US" dirty="0" smtClean="0"/>
              <a:t> la o </a:t>
            </a:r>
            <a:r>
              <a:rPr lang="en-US" dirty="0" err="1" smtClean="0"/>
              <a:t>interfata</a:t>
            </a:r>
            <a:r>
              <a:rPr lang="en-US" dirty="0" smtClean="0"/>
              <a:t> unde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crea</a:t>
            </a:r>
            <a:r>
              <a:rPr lang="en-US" dirty="0" smtClean="0"/>
              <a:t> un </a:t>
            </a:r>
            <a:r>
              <a:rPr lang="en-US" dirty="0" err="1" smtClean="0"/>
              <a:t>cont</a:t>
            </a:r>
            <a:r>
              <a:rPr lang="en-US" dirty="0" smtClean="0"/>
              <a:t> de tip student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profesor</a:t>
            </a:r>
            <a:r>
              <a:rPr lang="en-US" dirty="0" smtClean="0"/>
              <a:t>, </a:t>
            </a:r>
            <a:r>
              <a:rPr lang="en-US" dirty="0" err="1" smtClean="0"/>
              <a:t>avand</a:t>
            </a:r>
            <a:r>
              <a:rPr lang="en-US" dirty="0" smtClean="0"/>
              <a:t> </a:t>
            </a:r>
            <a:r>
              <a:rPr lang="en-US" dirty="0" err="1" smtClean="0"/>
              <a:t>nevoie</a:t>
            </a:r>
            <a:r>
              <a:rPr lang="en-US" dirty="0" smtClean="0"/>
              <a:t> de un email, un nume </a:t>
            </a:r>
            <a:r>
              <a:rPr lang="en-US" dirty="0" err="1" smtClean="0"/>
              <a:t>si</a:t>
            </a:r>
            <a:r>
              <a:rPr lang="en-US" dirty="0" smtClean="0"/>
              <a:t> de o </a:t>
            </a:r>
            <a:r>
              <a:rPr lang="en-US" dirty="0" err="1" smtClean="0"/>
              <a:t>parola</a:t>
            </a:r>
            <a:r>
              <a:rPr lang="en-US" dirty="0" smtClean="0"/>
              <a:t>. </a:t>
            </a:r>
            <a:r>
              <a:rPr lang="en-US" dirty="0" err="1" smtClean="0"/>
              <a:t>Dupa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contul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creat</a:t>
            </a:r>
            <a:r>
              <a:rPr lang="en-US" dirty="0" smtClean="0"/>
              <a:t>, </a:t>
            </a:r>
            <a:r>
              <a:rPr lang="en-US" dirty="0" err="1" smtClean="0"/>
              <a:t>suntem</a:t>
            </a:r>
            <a:r>
              <a:rPr lang="en-US" dirty="0" smtClean="0"/>
              <a:t> </a:t>
            </a:r>
            <a:r>
              <a:rPr lang="en-US" dirty="0" err="1" smtClean="0"/>
              <a:t>trimisi</a:t>
            </a:r>
            <a:r>
              <a:rPr lang="en-US" dirty="0" smtClean="0"/>
              <a:t> direct in dashboard.</a:t>
            </a:r>
          </a:p>
          <a:p>
            <a:r>
              <a:rPr lang="en-US" dirty="0" err="1" smtClean="0"/>
              <a:t>Conturile</a:t>
            </a:r>
            <a:r>
              <a:rPr lang="en-US" dirty="0" smtClean="0"/>
              <a:t> sunt </a:t>
            </a:r>
            <a:r>
              <a:rPr lang="en-US" dirty="0" err="1" smtClean="0"/>
              <a:t>salvate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gestionate</a:t>
            </a:r>
            <a:r>
              <a:rPr lang="en-US" dirty="0" smtClean="0"/>
              <a:t> </a:t>
            </a:r>
            <a:r>
              <a:rPr lang="en-US" dirty="0" err="1" smtClean="0"/>
              <a:t>utilizand</a:t>
            </a:r>
            <a:r>
              <a:rPr lang="en-US" dirty="0" smtClean="0"/>
              <a:t> SQLite.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9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Ghid</a:t>
            </a:r>
            <a:r>
              <a:rPr lang="en-US" dirty="0" smtClean="0"/>
              <a:t> de </a:t>
            </a:r>
            <a:r>
              <a:rPr lang="en-US" dirty="0" err="1" smtClean="0"/>
              <a:t>utilizare</a:t>
            </a:r>
            <a:r>
              <a:rPr lang="en-US" dirty="0" smtClean="0"/>
              <a:t> (</a:t>
            </a:r>
            <a:r>
              <a:rPr lang="en-US" dirty="0" err="1" smtClean="0"/>
              <a:t>Profesor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Odata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ne-am </a:t>
            </a:r>
            <a:r>
              <a:rPr lang="en-US" dirty="0" err="1" smtClean="0"/>
              <a:t>logat</a:t>
            </a:r>
            <a:r>
              <a:rPr lang="en-US" dirty="0" smtClean="0"/>
              <a:t> </a:t>
            </a:r>
            <a:r>
              <a:rPr lang="en-US" dirty="0" err="1" smtClean="0"/>
              <a:t>intr</a:t>
            </a:r>
            <a:r>
              <a:rPr lang="en-US" dirty="0" smtClean="0"/>
              <a:t>-un </a:t>
            </a:r>
            <a:r>
              <a:rPr lang="en-US" dirty="0" err="1" smtClean="0"/>
              <a:t>cont</a:t>
            </a:r>
            <a:r>
              <a:rPr lang="en-US" dirty="0" smtClean="0"/>
              <a:t> de </a:t>
            </a:r>
            <a:r>
              <a:rPr lang="en-US" dirty="0" err="1" smtClean="0"/>
              <a:t>profesor</a:t>
            </a:r>
            <a:r>
              <a:rPr lang="en-US" dirty="0" smtClean="0"/>
              <a:t>, </a:t>
            </a:r>
            <a:r>
              <a:rPr lang="en-US" dirty="0" err="1" smtClean="0"/>
              <a:t>suntem</a:t>
            </a:r>
            <a:r>
              <a:rPr lang="en-US" dirty="0" smtClean="0"/>
              <a:t> </a:t>
            </a:r>
            <a:r>
              <a:rPr lang="en-US" dirty="0" err="1" smtClean="0"/>
              <a:t>prezentati</a:t>
            </a:r>
            <a:r>
              <a:rPr lang="en-US" dirty="0" smtClean="0"/>
              <a:t> cu un dashboard cu </a:t>
            </a:r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 smtClean="0"/>
              <a:t>optiunle</a:t>
            </a:r>
            <a:r>
              <a:rPr lang="en-US" dirty="0" smtClean="0"/>
              <a:t> </a:t>
            </a:r>
            <a:r>
              <a:rPr lang="en-US" dirty="0" err="1" smtClean="0"/>
              <a:t>discutate</a:t>
            </a:r>
            <a:r>
              <a:rPr lang="en-US" dirty="0" smtClean="0"/>
              <a:t> anterior (</a:t>
            </a:r>
            <a:r>
              <a:rPr lang="en-US" dirty="0" err="1" smtClean="0"/>
              <a:t>creare</a:t>
            </a:r>
            <a:r>
              <a:rPr lang="en-US" dirty="0" smtClean="0"/>
              <a:t>, </a:t>
            </a:r>
            <a:r>
              <a:rPr lang="en-US" dirty="0" err="1" smtClean="0"/>
              <a:t>modificare</a:t>
            </a:r>
            <a:r>
              <a:rPr lang="en-US" dirty="0" smtClean="0"/>
              <a:t>, </a:t>
            </a:r>
            <a:r>
              <a:rPr lang="en-US" dirty="0" err="1" smtClean="0"/>
              <a:t>vizualizare</a:t>
            </a:r>
            <a:r>
              <a:rPr lang="en-US" dirty="0" smtClean="0"/>
              <a:t>, </a:t>
            </a:r>
            <a:r>
              <a:rPr lang="en-US" dirty="0" err="1" smtClean="0"/>
              <a:t>corectare</a:t>
            </a:r>
            <a:r>
              <a:rPr lang="en-US" dirty="0" smtClean="0"/>
              <a:t> </a:t>
            </a:r>
            <a:r>
              <a:rPr lang="en-US" dirty="0" err="1" smtClean="0"/>
              <a:t>quizuri</a:t>
            </a:r>
            <a:r>
              <a:rPr lang="en-US" dirty="0" smtClean="0"/>
              <a:t>), </a:t>
            </a:r>
            <a:r>
              <a:rPr lang="en-US" dirty="0" err="1" smtClean="0"/>
              <a:t>si</a:t>
            </a:r>
            <a:r>
              <a:rPr lang="en-US" dirty="0" smtClean="0"/>
              <a:t> o optiune de logout.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creem</a:t>
            </a:r>
            <a:r>
              <a:rPr lang="en-US" dirty="0" smtClean="0"/>
              <a:t> quiz, </a:t>
            </a:r>
            <a:r>
              <a:rPr lang="en-US" dirty="0" err="1" smtClean="0"/>
              <a:t>interfata</a:t>
            </a:r>
            <a:r>
              <a:rPr lang="en-US" dirty="0" smtClean="0"/>
              <a:t> ne </a:t>
            </a:r>
            <a:r>
              <a:rPr lang="en-US" dirty="0" err="1" smtClean="0"/>
              <a:t>prezinta</a:t>
            </a:r>
            <a:r>
              <a:rPr lang="en-US" dirty="0" smtClean="0"/>
              <a:t> un template </a:t>
            </a:r>
            <a:r>
              <a:rPr lang="en-US" dirty="0" err="1" smtClean="0"/>
              <a:t>usor</a:t>
            </a:r>
            <a:r>
              <a:rPr lang="en-US" dirty="0" smtClean="0"/>
              <a:t> de </a:t>
            </a:r>
            <a:r>
              <a:rPr lang="en-US" dirty="0" err="1" smtClean="0"/>
              <a:t>urmarit</a:t>
            </a:r>
            <a:r>
              <a:rPr lang="en-US" dirty="0" smtClean="0"/>
              <a:t>, unde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selecta</a:t>
            </a:r>
            <a:r>
              <a:rPr lang="en-US" dirty="0" smtClean="0"/>
              <a:t> </a:t>
            </a:r>
            <a:r>
              <a:rPr lang="en-US" dirty="0" err="1" smtClean="0"/>
              <a:t>tipul</a:t>
            </a:r>
            <a:r>
              <a:rPr lang="en-US" dirty="0" smtClean="0"/>
              <a:t> de quiz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tipul</a:t>
            </a:r>
            <a:r>
              <a:rPr lang="en-US" dirty="0" smtClean="0"/>
              <a:t> de </a:t>
            </a:r>
            <a:r>
              <a:rPr lang="en-US" dirty="0" err="1" smtClean="0"/>
              <a:t>corectare</a:t>
            </a:r>
            <a:r>
              <a:rPr lang="en-US" dirty="0" smtClean="0"/>
              <a:t> (in </a:t>
            </a:r>
            <a:r>
              <a:rPr lang="en-US" dirty="0" err="1" smtClean="0"/>
              <a:t>cazul</a:t>
            </a:r>
            <a:r>
              <a:rPr lang="en-US" dirty="0" smtClean="0"/>
              <a:t> </a:t>
            </a:r>
            <a:r>
              <a:rPr lang="en-US" dirty="0" err="1" smtClean="0"/>
              <a:t>quizurilor</a:t>
            </a:r>
            <a:r>
              <a:rPr lang="en-US" dirty="0" smtClean="0"/>
              <a:t> de tip fill in the blank).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corectam</a:t>
            </a:r>
            <a:r>
              <a:rPr lang="en-US" dirty="0" smtClean="0"/>
              <a:t> un quiz, </a:t>
            </a:r>
            <a:r>
              <a:rPr lang="en-US" dirty="0" err="1" smtClean="0"/>
              <a:t>interfata</a:t>
            </a:r>
            <a:r>
              <a:rPr lang="en-US" dirty="0" smtClean="0"/>
              <a:t> ne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vizualizam</a:t>
            </a:r>
            <a:r>
              <a:rPr lang="en-US" dirty="0" smtClean="0"/>
              <a:t> </a:t>
            </a:r>
            <a:r>
              <a:rPr lang="en-US" dirty="0" err="1" smtClean="0"/>
              <a:t>intrebarile</a:t>
            </a:r>
            <a:r>
              <a:rPr lang="en-US" dirty="0" smtClean="0"/>
              <a:t>, </a:t>
            </a:r>
            <a:r>
              <a:rPr lang="en-US" dirty="0" err="1" smtClean="0"/>
              <a:t>raspunsurile</a:t>
            </a:r>
            <a:r>
              <a:rPr lang="en-US" dirty="0" smtClean="0"/>
              <a:t> date de student, </a:t>
            </a:r>
            <a:r>
              <a:rPr lang="en-US" dirty="0" err="1" smtClean="0"/>
              <a:t>si</a:t>
            </a:r>
            <a:r>
              <a:rPr lang="en-US" dirty="0" smtClean="0"/>
              <a:t> ne </a:t>
            </a:r>
            <a:r>
              <a:rPr lang="en-US" dirty="0" err="1" smtClean="0"/>
              <a:t>ofera</a:t>
            </a:r>
            <a:r>
              <a:rPr lang="en-US" dirty="0" smtClean="0"/>
              <a:t> </a:t>
            </a:r>
            <a:r>
              <a:rPr lang="en-US" dirty="0" err="1" smtClean="0"/>
              <a:t>posibilitatea</a:t>
            </a:r>
            <a:r>
              <a:rPr lang="en-US" dirty="0" smtClean="0"/>
              <a:t> de a </a:t>
            </a:r>
            <a:r>
              <a:rPr lang="en-US" dirty="0" err="1" smtClean="0"/>
              <a:t>oferi</a:t>
            </a:r>
            <a:r>
              <a:rPr lang="en-US" dirty="0" smtClean="0"/>
              <a:t> o nota </a:t>
            </a:r>
            <a:r>
              <a:rPr lang="en-US" dirty="0" err="1" smtClean="0"/>
              <a:t>introdusa</a:t>
            </a:r>
            <a:r>
              <a:rPr lang="en-US" dirty="0" smtClean="0"/>
              <a:t> manual.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dorim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modificam</a:t>
            </a:r>
            <a:r>
              <a:rPr lang="en-US" dirty="0" smtClean="0"/>
              <a:t>/</a:t>
            </a:r>
            <a:r>
              <a:rPr lang="en-US" dirty="0" err="1" smtClean="0"/>
              <a:t>vizualizam</a:t>
            </a:r>
            <a:r>
              <a:rPr lang="en-US" dirty="0" smtClean="0"/>
              <a:t> un quiz, </a:t>
            </a:r>
            <a:r>
              <a:rPr lang="en-US" dirty="0" err="1" smtClean="0"/>
              <a:t>putem</a:t>
            </a:r>
            <a:r>
              <a:rPr lang="en-US" dirty="0" smtClean="0"/>
              <a:t> face </a:t>
            </a:r>
            <a:r>
              <a:rPr lang="en-US" dirty="0" err="1" smtClean="0"/>
              <a:t>acest</a:t>
            </a:r>
            <a:r>
              <a:rPr lang="en-US" dirty="0" smtClean="0"/>
              <a:t> </a:t>
            </a:r>
            <a:r>
              <a:rPr lang="en-US" dirty="0" err="1" smtClean="0"/>
              <a:t>lucru</a:t>
            </a:r>
            <a:r>
              <a:rPr lang="en-US" dirty="0" smtClean="0"/>
              <a:t> din </a:t>
            </a:r>
            <a:r>
              <a:rPr lang="en-US" dirty="0" err="1" smtClean="0"/>
              <a:t>pagina</a:t>
            </a:r>
            <a:r>
              <a:rPr lang="en-US" dirty="0" smtClean="0"/>
              <a:t> </a:t>
            </a:r>
            <a:r>
              <a:rPr lang="en-US" dirty="0" err="1" smtClean="0"/>
              <a:t>principala</a:t>
            </a:r>
            <a:r>
              <a:rPr lang="en-US" dirty="0" smtClean="0"/>
              <a:t> a dashboard-</a:t>
            </a:r>
            <a:r>
              <a:rPr lang="en-US" dirty="0" err="1" smtClean="0"/>
              <a:t>ului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938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Ghid</a:t>
            </a:r>
            <a:r>
              <a:rPr lang="en-US" dirty="0" smtClean="0"/>
              <a:t> de </a:t>
            </a:r>
            <a:r>
              <a:rPr lang="en-US" dirty="0" err="1" smtClean="0"/>
              <a:t>utilizare</a:t>
            </a:r>
            <a:r>
              <a:rPr lang="en-US" dirty="0" smtClean="0"/>
              <a:t> (Student)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Odata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ne-am </a:t>
            </a:r>
            <a:r>
              <a:rPr lang="en-US" dirty="0" err="1" smtClean="0"/>
              <a:t>logat</a:t>
            </a:r>
            <a:r>
              <a:rPr lang="en-US" dirty="0" smtClean="0"/>
              <a:t> </a:t>
            </a:r>
            <a:r>
              <a:rPr lang="en-US" dirty="0" err="1" smtClean="0"/>
              <a:t>intr</a:t>
            </a:r>
            <a:r>
              <a:rPr lang="en-US" dirty="0" smtClean="0"/>
              <a:t>-un </a:t>
            </a:r>
            <a:r>
              <a:rPr lang="en-US" dirty="0" err="1" smtClean="0"/>
              <a:t>cont</a:t>
            </a:r>
            <a:r>
              <a:rPr lang="en-US" dirty="0" smtClean="0"/>
              <a:t> de tip student, </a:t>
            </a:r>
            <a:r>
              <a:rPr lang="en-US" dirty="0" err="1" smtClean="0"/>
              <a:t>suntem</a:t>
            </a:r>
            <a:r>
              <a:rPr lang="en-US" dirty="0" smtClean="0"/>
              <a:t> </a:t>
            </a:r>
            <a:r>
              <a:rPr lang="en-US" dirty="0" err="1" smtClean="0"/>
              <a:t>trimisi</a:t>
            </a:r>
            <a:r>
              <a:rPr lang="en-US" dirty="0" smtClean="0"/>
              <a:t> in </a:t>
            </a:r>
            <a:r>
              <a:rPr lang="en-US" dirty="0" err="1" smtClean="0"/>
              <a:t>dashboardul</a:t>
            </a:r>
            <a:r>
              <a:rPr lang="en-US" dirty="0" smtClean="0"/>
              <a:t> principal, unde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vizualiza</a:t>
            </a:r>
            <a:r>
              <a:rPr lang="en-US" dirty="0" smtClean="0"/>
              <a:t> </a:t>
            </a:r>
            <a:r>
              <a:rPr lang="en-US" dirty="0" err="1" smtClean="0"/>
              <a:t>quizurile</a:t>
            </a:r>
            <a:r>
              <a:rPr lang="en-US" dirty="0" smtClean="0"/>
              <a:t> </a:t>
            </a:r>
            <a:r>
              <a:rPr lang="en-US" dirty="0" err="1" smtClean="0"/>
              <a:t>valabile</a:t>
            </a:r>
            <a:r>
              <a:rPr lang="en-US" dirty="0" smtClean="0"/>
              <a:t>,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parcurge</a:t>
            </a:r>
            <a:r>
              <a:rPr lang="en-US" dirty="0" smtClean="0"/>
              <a:t> </a:t>
            </a:r>
            <a:r>
              <a:rPr lang="en-US" dirty="0" err="1" smtClean="0"/>
              <a:t>quizurile</a:t>
            </a:r>
            <a:r>
              <a:rPr lang="en-US" dirty="0"/>
              <a:t> </a:t>
            </a:r>
            <a:r>
              <a:rPr lang="en-US" dirty="0" smtClean="0"/>
              <a:t>(la </a:t>
            </a:r>
            <a:r>
              <a:rPr lang="en-US" dirty="0" err="1" smtClean="0"/>
              <a:t>alegere</a:t>
            </a:r>
            <a:r>
              <a:rPr lang="en-US" dirty="0" smtClean="0"/>
              <a:t>),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vizualiza</a:t>
            </a:r>
            <a:r>
              <a:rPr lang="en-US" dirty="0" smtClean="0"/>
              <a:t> </a:t>
            </a:r>
            <a:r>
              <a:rPr lang="en-US" dirty="0" err="1" smtClean="0"/>
              <a:t>istoricul</a:t>
            </a:r>
            <a:r>
              <a:rPr lang="en-US" dirty="0" smtClean="0"/>
              <a:t> </a:t>
            </a:r>
            <a:r>
              <a:rPr lang="en-US" dirty="0" err="1" smtClean="0"/>
              <a:t>testelor</a:t>
            </a:r>
            <a:r>
              <a:rPr lang="en-US" dirty="0" smtClean="0"/>
              <a:t>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dam log-out.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decidem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dam un test, </a:t>
            </a:r>
            <a:r>
              <a:rPr lang="en-US" dirty="0" err="1" smtClean="0"/>
              <a:t>interfata</a:t>
            </a:r>
            <a:r>
              <a:rPr lang="en-US" dirty="0" smtClean="0"/>
              <a:t> </a:t>
            </a:r>
            <a:r>
              <a:rPr lang="en-US" dirty="0" err="1" smtClean="0"/>
              <a:t>depinde</a:t>
            </a:r>
            <a:r>
              <a:rPr lang="en-US" dirty="0" smtClean="0"/>
              <a:t> </a:t>
            </a:r>
            <a:r>
              <a:rPr lang="en-US" dirty="0" err="1" smtClean="0"/>
              <a:t>bazat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tipul</a:t>
            </a:r>
            <a:r>
              <a:rPr lang="en-US" dirty="0" smtClean="0"/>
              <a:t> </a:t>
            </a:r>
            <a:r>
              <a:rPr lang="en-US" dirty="0" err="1" smtClean="0"/>
              <a:t>testului</a:t>
            </a:r>
            <a:r>
              <a:rPr lang="en-US" dirty="0" smtClean="0"/>
              <a:t> (fill in the blank ne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adaugam</a:t>
            </a:r>
            <a:r>
              <a:rPr lang="en-US" dirty="0" smtClean="0"/>
              <a:t> </a:t>
            </a:r>
            <a:r>
              <a:rPr lang="en-US" dirty="0" err="1" smtClean="0"/>
              <a:t>raspuns</a:t>
            </a:r>
            <a:r>
              <a:rPr lang="en-US" dirty="0" smtClean="0"/>
              <a:t> liber, multiple choice ne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alegem</a:t>
            </a:r>
            <a:r>
              <a:rPr lang="en-US" dirty="0"/>
              <a:t> </a:t>
            </a:r>
            <a:r>
              <a:rPr lang="en-US" dirty="0" err="1" smtClean="0"/>
              <a:t>raspunsul</a:t>
            </a:r>
            <a:r>
              <a:rPr lang="en-US" dirty="0" smtClean="0"/>
              <a:t> </a:t>
            </a:r>
            <a:r>
              <a:rPr lang="en-US" dirty="0" err="1" smtClean="0"/>
              <a:t>corect</a:t>
            </a:r>
            <a:r>
              <a:rPr lang="en-US" dirty="0" smtClean="0"/>
              <a:t>),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apoi</a:t>
            </a:r>
            <a:r>
              <a:rPr lang="en-US" dirty="0" smtClean="0"/>
              <a:t> ne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predam</a:t>
            </a:r>
            <a:r>
              <a:rPr lang="en-US" dirty="0" smtClean="0"/>
              <a:t> </a:t>
            </a:r>
            <a:r>
              <a:rPr lang="en-US" dirty="0" err="1" smtClean="0"/>
              <a:t>testul</a:t>
            </a:r>
            <a:r>
              <a:rPr lang="en-US" dirty="0" smtClean="0"/>
              <a:t> pentru </a:t>
            </a:r>
            <a:r>
              <a:rPr lang="en-US" dirty="0" err="1" smtClean="0"/>
              <a:t>corectare</a:t>
            </a:r>
            <a:r>
              <a:rPr lang="en-US" dirty="0" smtClean="0"/>
              <a:t>. </a:t>
            </a:r>
            <a:r>
              <a:rPr lang="en-US" dirty="0" err="1" smtClean="0"/>
              <a:t>Apoi</a:t>
            </a:r>
            <a:r>
              <a:rPr lang="en-US" dirty="0" smtClean="0"/>
              <a:t> </a:t>
            </a:r>
            <a:r>
              <a:rPr lang="en-US" dirty="0" err="1" smtClean="0"/>
              <a:t>suntem</a:t>
            </a:r>
            <a:r>
              <a:rPr lang="en-US" dirty="0" smtClean="0"/>
              <a:t> </a:t>
            </a:r>
            <a:r>
              <a:rPr lang="en-US" dirty="0" err="1" smtClean="0"/>
              <a:t>informati</a:t>
            </a:r>
            <a:r>
              <a:rPr lang="en-US" dirty="0" smtClean="0"/>
              <a:t> </a:t>
            </a:r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testul</a:t>
            </a:r>
            <a:r>
              <a:rPr lang="en-US" dirty="0" smtClean="0"/>
              <a:t> a fost </a:t>
            </a:r>
            <a:r>
              <a:rPr lang="en-US" dirty="0" err="1" smtClean="0"/>
              <a:t>corectat</a:t>
            </a:r>
            <a:r>
              <a:rPr lang="en-US" dirty="0" smtClean="0"/>
              <a:t> instant,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profesorul</a:t>
            </a:r>
            <a:r>
              <a:rPr lang="en-US" dirty="0" smtClean="0"/>
              <a:t> trebuie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corecteze</a:t>
            </a:r>
            <a:r>
              <a:rPr lang="en-US" dirty="0" smtClean="0"/>
              <a:t> </a:t>
            </a:r>
            <a:r>
              <a:rPr lang="en-US" dirty="0" err="1" smtClean="0"/>
              <a:t>testul</a:t>
            </a:r>
            <a:r>
              <a:rPr lang="en-US" dirty="0" smtClean="0"/>
              <a:t> manual.</a:t>
            </a:r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dorim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verificam</a:t>
            </a:r>
            <a:r>
              <a:rPr lang="en-US" dirty="0" smtClean="0"/>
              <a:t> </a:t>
            </a:r>
            <a:r>
              <a:rPr lang="en-US" dirty="0" err="1" smtClean="0"/>
              <a:t>istoricul</a:t>
            </a:r>
            <a:r>
              <a:rPr lang="en-US" dirty="0" smtClean="0"/>
              <a:t> </a:t>
            </a:r>
            <a:r>
              <a:rPr lang="en-US" dirty="0" err="1" smtClean="0"/>
              <a:t>testelor</a:t>
            </a:r>
            <a:r>
              <a:rPr lang="en-US" dirty="0" smtClean="0"/>
              <a:t>, </a:t>
            </a:r>
            <a:r>
              <a:rPr lang="en-US" dirty="0" err="1" smtClean="0"/>
              <a:t>interfata</a:t>
            </a:r>
            <a:r>
              <a:rPr lang="en-US" dirty="0" smtClean="0"/>
              <a:t> ne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vizualizam</a:t>
            </a:r>
            <a:r>
              <a:rPr lang="en-US" dirty="0" smtClean="0"/>
              <a:t> </a:t>
            </a:r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 smtClean="0"/>
              <a:t>testele</a:t>
            </a:r>
            <a:r>
              <a:rPr lang="en-US" dirty="0" smtClean="0"/>
              <a:t> date, data in care au fost date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notele</a:t>
            </a:r>
            <a:r>
              <a:rPr lang="en-US" dirty="0" smtClean="0"/>
              <a:t> </a:t>
            </a:r>
            <a:r>
              <a:rPr lang="en-US" dirty="0" err="1" smtClean="0"/>
              <a:t>obtinute</a:t>
            </a:r>
            <a:r>
              <a:rPr lang="en-US" dirty="0" smtClean="0"/>
              <a:t> la teste. In plus,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vizualiza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media </a:t>
            </a:r>
            <a:r>
              <a:rPr lang="en-US" dirty="0" err="1" smtClean="0"/>
              <a:t>tuturor</a:t>
            </a:r>
            <a:r>
              <a:rPr lang="en-US" dirty="0" smtClean="0"/>
              <a:t> </a:t>
            </a:r>
            <a:r>
              <a:rPr lang="en-US" dirty="0" err="1" smtClean="0"/>
              <a:t>testelor</a:t>
            </a:r>
            <a:r>
              <a:rPr lang="en-US" dirty="0" smtClean="0"/>
              <a:t> date.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Sfarsit</a:t>
            </a:r>
            <a:r>
              <a:rPr lang="en-US"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multumim</a:t>
            </a:r>
            <a:r>
              <a:rPr lang="en-US" dirty="0" smtClean="0"/>
              <a:t> de </a:t>
            </a:r>
            <a:r>
              <a:rPr lang="en-US" dirty="0" err="1" smtClean="0"/>
              <a:t>atentie</a:t>
            </a:r>
            <a:r>
              <a:rPr lang="en-US" dirty="0"/>
              <a:t> </a:t>
            </a:r>
            <a:r>
              <a:rPr lang="en-US" dirty="0" smtClean="0">
                <a:sym typeface="Wingdings" panose="05000000000000000000" pitchFamily="2" charset="2"/>
              </a:rPr>
              <a:t>! </a:t>
            </a:r>
            <a:r>
              <a:rPr lang="en-US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0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720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QuizApp</vt:lpstr>
      <vt:lpstr>Introducere</vt:lpstr>
      <vt:lpstr>Functionalitati (1)</vt:lpstr>
      <vt:lpstr>Functionalitati (2)</vt:lpstr>
      <vt:lpstr>Ghid de utilizare</vt:lpstr>
      <vt:lpstr>Ghid de utilizare (Profesor)</vt:lpstr>
      <vt:lpstr>Ghid de utilizare (Student)</vt:lpstr>
      <vt:lpstr>Sfarsit!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QuizApp</dc:title>
  <dc:creator>Brinas Delia</dc:creator>
  <cp:lastModifiedBy>Brinas Delia</cp:lastModifiedBy>
  <cp:revision>7</cp:revision>
  <dcterms:created xsi:type="dcterms:W3CDTF">2026-01-13T12:13:08Z</dcterms:created>
  <dcterms:modified xsi:type="dcterms:W3CDTF">2026-01-13T13:08:06Z</dcterms:modified>
</cp:coreProperties>
</file>